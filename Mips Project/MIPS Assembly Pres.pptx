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02ff7f329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02ff7f329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02ff7f329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e02ff7f329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02ff7f32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02ff7f32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02ff7f329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02ff7f329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02ff7f329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02ff7f329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02ff7f329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e02ff7f32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02ff7f329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02ff7f329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02ff7f329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02ff7f329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59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59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MIPS Simulator</a:t>
            </a:r>
            <a:endParaRPr/>
          </a:p>
        </p:txBody>
      </p:sp>
      <p:sp>
        <p:nvSpPr>
          <p:cNvPr id="409" name="Google Shape;409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9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	Karsten Salinas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Brenden Burke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59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2" name="Google Shape;412;p59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9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59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0"/>
          <p:cNvSpPr txBox="1"/>
          <p:nvPr>
            <p:ph type="title"/>
          </p:nvPr>
        </p:nvSpPr>
        <p:spPr>
          <a:xfrm>
            <a:off x="9433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21" name="Google Shape;421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0"/>
          <p:cNvSpPr txBox="1"/>
          <p:nvPr>
            <p:ph idx="1" type="body"/>
          </p:nvPr>
        </p:nvSpPr>
        <p:spPr>
          <a:xfrm>
            <a:off x="284850" y="1440575"/>
            <a:ext cx="8571900" cy="29628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Runs on C++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128 bytes of Registers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4kb of Memory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 hazard preventions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3 Debug modes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type="title"/>
          </p:nvPr>
        </p:nvSpPr>
        <p:spPr>
          <a:xfrm>
            <a:off x="284850" y="474875"/>
            <a:ext cx="8232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Fetch</a:t>
            </a:r>
            <a:endParaRPr/>
          </a:p>
        </p:txBody>
      </p:sp>
      <p:sp>
        <p:nvSpPr>
          <p:cNvPr id="429" name="Google Shape;429;p6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1"/>
          <p:cNvSpPr txBox="1"/>
          <p:nvPr>
            <p:ph idx="1" type="body"/>
          </p:nvPr>
        </p:nvSpPr>
        <p:spPr>
          <a:xfrm>
            <a:off x="284850" y="1440575"/>
            <a:ext cx="3506100" cy="29628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Checks to see if there are more instructions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Loads it into pipeline</a:t>
            </a:r>
            <a:endParaRPr sz="2200"/>
          </a:p>
        </p:txBody>
      </p:sp>
      <p:pic>
        <p:nvPicPr>
          <p:cNvPr id="432" name="Google Shape;43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275" y="1440575"/>
            <a:ext cx="5048253" cy="276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Decode</a:t>
            </a:r>
            <a:endParaRPr/>
          </a:p>
        </p:txBody>
      </p:sp>
      <p:sp>
        <p:nvSpPr>
          <p:cNvPr id="438" name="Google Shape;438;p6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2"/>
          <p:cNvSpPr txBox="1"/>
          <p:nvPr>
            <p:ph idx="1" type="body"/>
          </p:nvPr>
        </p:nvSpPr>
        <p:spPr>
          <a:xfrm>
            <a:off x="284850" y="1802250"/>
            <a:ext cx="3273300" cy="2881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Reads the instruction and decodes it into parts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Pipelines the data from the instruction</a:t>
            </a:r>
            <a:endParaRPr sz="2200"/>
          </a:p>
        </p:txBody>
      </p:sp>
      <p:pic>
        <p:nvPicPr>
          <p:cNvPr id="441" name="Google Shape;44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051" y="2687076"/>
            <a:ext cx="5449902" cy="130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8051" y="1715058"/>
            <a:ext cx="5308698" cy="8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3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Execute</a:t>
            </a:r>
            <a:endParaRPr/>
          </a:p>
        </p:txBody>
      </p:sp>
      <p:sp>
        <p:nvSpPr>
          <p:cNvPr id="448" name="Google Shape;448;p6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3"/>
          <p:cNvSpPr txBox="1"/>
          <p:nvPr>
            <p:ph idx="1" type="body"/>
          </p:nvPr>
        </p:nvSpPr>
        <p:spPr>
          <a:xfrm>
            <a:off x="343050" y="1345250"/>
            <a:ext cx="3022200" cy="35100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Passes on the values to the pipeline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Performs the operation based on the OP code</a:t>
            </a:r>
            <a:endParaRPr sz="2200"/>
          </a:p>
        </p:txBody>
      </p:sp>
      <p:pic>
        <p:nvPicPr>
          <p:cNvPr id="451" name="Google Shape;45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892" y="1145600"/>
            <a:ext cx="5644411" cy="31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sp>
        <p:nvSpPr>
          <p:cNvPr id="457" name="Google Shape;457;p6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4"/>
          <p:cNvSpPr txBox="1"/>
          <p:nvPr>
            <p:ph idx="1" type="body"/>
          </p:nvPr>
        </p:nvSpPr>
        <p:spPr>
          <a:xfrm>
            <a:off x="284850" y="1200300"/>
            <a:ext cx="3447600" cy="3412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Pipelines data…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Divides ALU Result by four to go between word and array addressing</a:t>
            </a:r>
            <a:endParaRPr sz="2100"/>
          </a:p>
        </p:txBody>
      </p:sp>
      <p:pic>
        <p:nvPicPr>
          <p:cNvPr id="460" name="Google Shape;46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275" y="1852435"/>
            <a:ext cx="4967677" cy="156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Back</a:t>
            </a:r>
            <a:endParaRPr/>
          </a:p>
        </p:txBody>
      </p:sp>
      <p:sp>
        <p:nvSpPr>
          <p:cNvPr id="466" name="Google Shape;466;p6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5"/>
          <p:cNvSpPr txBox="1"/>
          <p:nvPr>
            <p:ph idx="1" type="body"/>
          </p:nvPr>
        </p:nvSpPr>
        <p:spPr>
          <a:xfrm>
            <a:off x="331775" y="2019350"/>
            <a:ext cx="8525100" cy="23838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Writes back to registers if that is the option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Keeps Register 0 consistency</a:t>
            </a:r>
            <a:endParaRPr sz="2100"/>
          </a:p>
        </p:txBody>
      </p:sp>
      <p:pic>
        <p:nvPicPr>
          <p:cNvPr id="469" name="Google Shape;4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50" y="1336975"/>
            <a:ext cx="8839204" cy="49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6"/>
          <p:cNvSpPr txBox="1"/>
          <p:nvPr>
            <p:ph type="title"/>
          </p:nvPr>
        </p:nvSpPr>
        <p:spPr>
          <a:xfrm>
            <a:off x="284850" y="474875"/>
            <a:ext cx="4789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Compilation</a:t>
            </a:r>
            <a:endParaRPr/>
          </a:p>
        </p:txBody>
      </p:sp>
      <p:sp>
        <p:nvSpPr>
          <p:cNvPr id="475" name="Google Shape;475;p6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6"/>
          <p:cNvSpPr txBox="1"/>
          <p:nvPr/>
        </p:nvSpPr>
        <p:spPr>
          <a:xfrm>
            <a:off x="284850" y="1164825"/>
            <a:ext cx="85719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2328"/>
                </a:solidFill>
              </a:rPr>
              <a:t>Compilation:</a:t>
            </a:r>
            <a:r>
              <a:rPr lang="en" sz="2100">
                <a:solidFill>
                  <a:srgbClr val="1F2328"/>
                </a:solidFill>
              </a:rPr>
              <a:t> g++ mips.cpp -o {executable_name}</a:t>
            </a:r>
            <a:endParaRPr sz="21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2328"/>
                </a:solidFill>
              </a:rPr>
              <a:t>Run:</a:t>
            </a:r>
            <a:r>
              <a:rPr lang="en" sz="2100">
                <a:solidFill>
                  <a:srgbClr val="1F2328"/>
                </a:solidFill>
              </a:rPr>
              <a:t> ./{executable_name} {assem_file} [debug]</a:t>
            </a:r>
            <a:endParaRPr sz="21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2328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100"/>
              <a:buChar char="●"/>
            </a:pPr>
            <a:r>
              <a:rPr lang="en" sz="2100">
                <a:solidFill>
                  <a:srgbClr val="1F2328"/>
                </a:solidFill>
              </a:rPr>
              <a:t>assem_file: Any valid MIPS file</a:t>
            </a:r>
            <a:endParaRPr sz="2100">
              <a:solidFill>
                <a:srgbClr val="1F2328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100"/>
              <a:buChar char="●"/>
            </a:pPr>
            <a:r>
              <a:rPr lang="en" sz="2100">
                <a:solidFill>
                  <a:srgbClr val="1F2328"/>
                </a:solidFill>
              </a:rPr>
              <a:t>debug: Level of debug (Default 0)</a:t>
            </a:r>
            <a:endParaRPr sz="2100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2328"/>
                </a:solidFill>
              </a:rPr>
              <a:t>	0:  No debug</a:t>
            </a:r>
            <a:endParaRPr sz="2100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2328"/>
                </a:solidFill>
              </a:rPr>
              <a:t>	1:  Prints state registers after every cycle</a:t>
            </a:r>
            <a:endParaRPr sz="21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F2328"/>
                </a:solidFill>
              </a:rPr>
              <a:t>	2:  Stops and waits for enter keys after every cycle</a:t>
            </a:r>
            <a:endParaRPr sz="2100">
              <a:solidFill>
                <a:srgbClr val="1F232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